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30311725" cy="42808525"/>
  <p:notesSz cx="6858000" cy="9144000"/>
  <p:defaultTextStyle>
    <a:defPPr>
      <a:defRPr lang="de-DE"/>
    </a:defPPr>
    <a:lvl1pPr marL="0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F205539-3C0C-47F2-A212-71A24694659E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8" userDrawn="1">
          <p15:clr>
            <a:srgbClr val="A4A3A4"/>
          </p15:clr>
        </p15:guide>
        <p15:guide id="2" pos="95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51" autoAdjust="0"/>
  </p:normalViewPr>
  <p:slideViewPr>
    <p:cSldViewPr>
      <p:cViewPr>
        <p:scale>
          <a:sx n="20" d="100"/>
          <a:sy n="20" d="100"/>
        </p:scale>
        <p:origin x="2940" y="-216"/>
      </p:cViewPr>
      <p:guideLst>
        <p:guide orient="horz" pos="2098"/>
        <p:guide pos="9547"/>
      </p:guideLst>
    </p:cSldViewPr>
  </p:slideViewPr>
  <p:outlineViewPr>
    <p:cViewPr>
      <p:scale>
        <a:sx n="33" d="100"/>
        <a:sy n="33" d="100"/>
      </p:scale>
      <p:origin x="54" y="7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354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D782-B485-49B5-A3BD-4E6E393EC598}" type="datetimeFigureOut">
              <a:rPr lang="de-DE" smtClean="0"/>
              <a:pPr/>
              <a:t>28.06.2026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FE17-E0DE-4727-8D0D-916DAE0CA91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38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F83A-785F-4360-A784-5014DB85EF80}" type="datetimeFigureOut">
              <a:rPr lang="de-DE" smtClean="0"/>
              <a:pPr/>
              <a:t>28.06.2026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50D-30E1-41BB-BFC2-D3D818AB8EF9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2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/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 kern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9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 userDrawn="1">
          <p15:clr>
            <a:srgbClr val="5ACBF0"/>
          </p15:clr>
        </p15:guide>
        <p15:guide id="2" pos="6387" userDrawn="1">
          <p15:clr>
            <a:srgbClr val="5ACBF0"/>
          </p15:clr>
        </p15:guide>
        <p15:guide id="3" pos="6888" userDrawn="1">
          <p15:clr>
            <a:srgbClr val="5ACBF0"/>
          </p15:clr>
        </p15:guide>
        <p15:guide id="5" pos="12682" userDrawn="1">
          <p15:clr>
            <a:srgbClr val="5ACBF0"/>
          </p15:clr>
        </p15:guide>
        <p15:guide id="6" orient="horz" pos="23942" userDrawn="1">
          <p15:clr>
            <a:srgbClr val="5ACBF0"/>
          </p15:clr>
        </p15:guide>
        <p15:guide id="7" orient="horz" pos="24279" userDrawn="1">
          <p15:clr>
            <a:srgbClr val="9FCC3B"/>
          </p15:clr>
        </p15:guide>
        <p15:guide id="8" orient="horz" pos="6533" userDrawn="1">
          <p15:clr>
            <a:srgbClr val="5ACBF0"/>
          </p15:clr>
        </p15:guide>
        <p15:guide id="12" pos="12223" userDrawn="1">
          <p15:clr>
            <a:srgbClr val="5ACBF0"/>
          </p15:clr>
        </p15:guide>
        <p15:guide id="13" orient="horz" pos="2457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4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0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>
          <p15:clr>
            <a:srgbClr val="5ACBF0"/>
          </p15:clr>
        </p15:guide>
        <p15:guide id="2" pos="6387">
          <p15:clr>
            <a:srgbClr val="5ACBF0"/>
          </p15:clr>
        </p15:guide>
        <p15:guide id="3" pos="6888">
          <p15:clr>
            <a:srgbClr val="5ACBF0"/>
          </p15:clr>
        </p15:guide>
        <p15:guide id="5" pos="12682">
          <p15:clr>
            <a:srgbClr val="5ACBF0"/>
          </p15:clr>
        </p15:guide>
        <p15:guide id="6" orient="horz" pos="23942">
          <p15:clr>
            <a:srgbClr val="5ACBF0"/>
          </p15:clr>
        </p15:guide>
        <p15:guide id="7" orient="horz" pos="24279">
          <p15:clr>
            <a:srgbClr val="9FCC3B"/>
          </p15:clr>
        </p15:guide>
        <p15:guide id="8" orient="horz" pos="6533">
          <p15:clr>
            <a:srgbClr val="5ACBF0"/>
          </p15:clr>
        </p15:guide>
        <p15:guide id="12" pos="12223">
          <p15:clr>
            <a:srgbClr val="5ACBF0"/>
          </p15:clr>
        </p15:guide>
        <p15:guide id="13" orient="horz" pos="245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0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0" y="23276470"/>
            <a:ext cx="17720467" cy="14725900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7" y="11344274"/>
            <a:ext cx="17684481" cy="1151387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83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>
          <p15:clr>
            <a:srgbClr val="5ACBF0"/>
          </p15:clr>
        </p15:guide>
        <p15:guide id="2" pos="6387">
          <p15:clr>
            <a:srgbClr val="5ACBF0"/>
          </p15:clr>
        </p15:guide>
        <p15:guide id="3" pos="6888">
          <p15:clr>
            <a:srgbClr val="5ACBF0"/>
          </p15:clr>
        </p15:guide>
        <p15:guide id="5" pos="12682">
          <p15:clr>
            <a:srgbClr val="5ACBF0"/>
          </p15:clr>
        </p15:guide>
        <p15:guide id="6" orient="horz" pos="23942">
          <p15:clr>
            <a:srgbClr val="5ACBF0"/>
          </p15:clr>
        </p15:guide>
        <p15:guide id="7" orient="horz" pos="24279">
          <p15:clr>
            <a:srgbClr val="9FCC3B"/>
          </p15:clr>
        </p15:guide>
        <p15:guide id="8" orient="horz" pos="6533">
          <p15:clr>
            <a:srgbClr val="5ACBF0"/>
          </p15:clr>
        </p15:guide>
        <p15:guide id="12" pos="12223">
          <p15:clr>
            <a:srgbClr val="5ACBF0"/>
          </p15:clr>
        </p15:guide>
        <p15:guide id="13" orient="horz" pos="2457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235134"/>
            <a:ext cx="13093331" cy="12473383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0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0"/>
            <a:ext cx="12385376" cy="995011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/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4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/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1"/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13056938" cy="11321255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4"/>
            <a:ext cx="13094106" cy="15739904"/>
          </a:xfrm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5"/>
            <a:ext cx="13032078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19"/>
          </a:xfrm>
          <a:noFill/>
        </p:spPr>
        <p:txBody>
          <a:bodyPr lIns="396000" tIns="396000" rIns="396000" bIns="540000"/>
          <a:lstStyle>
            <a:lvl1pPr>
              <a:defRPr sz="2503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7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>
          <p15:clr>
            <a:srgbClr val="5ACBF0"/>
          </p15:clr>
        </p15:guide>
        <p15:guide id="2" pos="6387">
          <p15:clr>
            <a:srgbClr val="5ACBF0"/>
          </p15:clr>
        </p15:guide>
        <p15:guide id="3" pos="6888">
          <p15:clr>
            <a:srgbClr val="5ACBF0"/>
          </p15:clr>
        </p15:guide>
        <p15:guide id="5" pos="12682">
          <p15:clr>
            <a:srgbClr val="5ACBF0"/>
          </p15:clr>
        </p15:guide>
        <p15:guide id="6" orient="horz" pos="23942">
          <p15:clr>
            <a:srgbClr val="5ACBF0"/>
          </p15:clr>
        </p15:guide>
        <p15:guide id="7" orient="horz" pos="24279">
          <p15:clr>
            <a:srgbClr val="9FCC3B"/>
          </p15:clr>
        </p15:guide>
        <p15:guide id="8" orient="horz" pos="6533">
          <p15:clr>
            <a:srgbClr val="5ACBF0"/>
          </p15:clr>
        </p15:guide>
        <p15:guide id="12" pos="12223">
          <p15:clr>
            <a:srgbClr val="5ACBF0"/>
          </p15:clr>
        </p15:guide>
        <p15:guide id="13" orient="horz" pos="245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8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>
          <p15:clr>
            <a:srgbClr val="5ACBF0"/>
          </p15:clr>
        </p15:guide>
        <p15:guide id="2" pos="6387">
          <p15:clr>
            <a:srgbClr val="5ACBF0"/>
          </p15:clr>
        </p15:guide>
        <p15:guide id="3" pos="6888">
          <p15:clr>
            <a:srgbClr val="5ACBF0"/>
          </p15:clr>
        </p15:guide>
        <p15:guide id="5" pos="12682">
          <p15:clr>
            <a:srgbClr val="5ACBF0"/>
          </p15:clr>
        </p15:guide>
        <p15:guide id="6" orient="horz" pos="23942">
          <p15:clr>
            <a:srgbClr val="5ACBF0"/>
          </p15:clr>
        </p15:guide>
        <p15:guide id="7" orient="horz" pos="24279">
          <p15:clr>
            <a:srgbClr val="9FCC3B"/>
          </p15:clr>
        </p15:guide>
        <p15:guide id="8" orient="horz" pos="6533">
          <p15:clr>
            <a:srgbClr val="5ACBF0"/>
          </p15:clr>
        </p15:guide>
        <p15:guide id="12" pos="12223">
          <p15:clr>
            <a:srgbClr val="5ACBF0"/>
          </p15:clr>
        </p15:guide>
        <p15:guide id="13" orient="horz" pos="245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0903095" y="11309349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0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0" y="23276470"/>
            <a:ext cx="17720467" cy="14725900"/>
          </a:xfrm>
        </p:spPr>
        <p:txBody>
          <a:bodyPr lIns="396000" tIns="396000" rIns="396000" bIns="540000" numCol="2" spcCol="18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7" y="11344274"/>
            <a:ext cx="17684481" cy="1151387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>
          <p15:clr>
            <a:srgbClr val="5ACBF0"/>
          </p15:clr>
        </p15:guide>
        <p15:guide id="2" pos="6387">
          <p15:clr>
            <a:srgbClr val="5ACBF0"/>
          </p15:clr>
        </p15:guide>
        <p15:guide id="3" pos="6888">
          <p15:clr>
            <a:srgbClr val="5ACBF0"/>
          </p15:clr>
        </p15:guide>
        <p15:guide id="5" pos="12682">
          <p15:clr>
            <a:srgbClr val="5ACBF0"/>
          </p15:clr>
        </p15:guide>
        <p15:guide id="6" orient="horz" pos="23942">
          <p15:clr>
            <a:srgbClr val="5ACBF0"/>
          </p15:clr>
        </p15:guide>
        <p15:guide id="7" orient="horz" pos="24279">
          <p15:clr>
            <a:srgbClr val="9FCC3B"/>
          </p15:clr>
        </p15:guide>
        <p15:guide id="8" orient="horz" pos="6533">
          <p15:clr>
            <a:srgbClr val="5ACBF0"/>
          </p15:clr>
        </p15:guide>
        <p15:guide id="12" pos="12223">
          <p15:clr>
            <a:srgbClr val="5ACBF0"/>
          </p15:clr>
        </p15:guide>
        <p15:guide id="13" orient="horz" pos="2457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1630482" y="11235134"/>
            <a:ext cx="13093331" cy="12473383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1691735" y="24384000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0"/>
            <a:ext cx="12385376" cy="995011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09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7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4">
                <a:solidFill>
                  <a:schemeClr val="bg1"/>
                </a:solidFill>
              </a:defRPr>
            </a:lvl1pPr>
            <a:lvl5pPr marL="8361214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66874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1">
                <a:solidFill>
                  <a:schemeClr val="tx1"/>
                </a:solidFill>
              </a:defRPr>
            </a:lvl1pPr>
            <a:lvl2pPr>
              <a:defRPr sz="1401"/>
            </a:lvl2pPr>
            <a:lvl3pPr>
              <a:defRPr sz="1401"/>
            </a:lvl3pPr>
            <a:lvl4pPr>
              <a:defRPr sz="1401"/>
            </a:lvl4pPr>
            <a:lvl5pPr>
              <a:defRPr sz="1401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1">
                <a:solidFill>
                  <a:schemeClr val="tx1"/>
                </a:solidFill>
              </a:defRPr>
            </a:lvl1pPr>
            <a:lvl2pPr>
              <a:defRPr sz="1201"/>
            </a:lvl2pPr>
            <a:lvl3pPr>
              <a:defRPr sz="1201"/>
            </a:lvl3pPr>
            <a:lvl4pPr>
              <a:defRPr sz="1201"/>
            </a:lvl4pPr>
            <a:lvl5pPr>
              <a:defRPr sz="1201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13056938" cy="11321255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4"/>
            <a:ext cx="13094106" cy="15739904"/>
          </a:xfrm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5"/>
            <a:ext cx="13032078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4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19"/>
          </a:xfrm>
          <a:noFill/>
        </p:spPr>
        <p:txBody>
          <a:bodyPr lIns="396000" tIns="396000" rIns="396000" bIns="540000"/>
          <a:lstStyle>
            <a:lvl1pPr>
              <a:defRPr sz="2503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7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43">
          <p15:clr>
            <a:srgbClr val="5ACBF0"/>
          </p15:clr>
        </p15:guide>
        <p15:guide id="2" pos="6387">
          <p15:clr>
            <a:srgbClr val="5ACBF0"/>
          </p15:clr>
        </p15:guide>
        <p15:guide id="3" pos="6888">
          <p15:clr>
            <a:srgbClr val="5ACBF0"/>
          </p15:clr>
        </p15:guide>
        <p15:guide id="5" pos="12682">
          <p15:clr>
            <a:srgbClr val="5ACBF0"/>
          </p15:clr>
        </p15:guide>
        <p15:guide id="6" orient="horz" pos="23942">
          <p15:clr>
            <a:srgbClr val="5ACBF0"/>
          </p15:clr>
        </p15:guide>
        <p15:guide id="7" orient="horz" pos="24279">
          <p15:clr>
            <a:srgbClr val="9FCC3B"/>
          </p15:clr>
        </p15:guide>
        <p15:guide id="8" orient="horz" pos="6533">
          <p15:clr>
            <a:srgbClr val="5ACBF0"/>
          </p15:clr>
        </p15:guide>
        <p15:guide id="12" pos="12223">
          <p15:clr>
            <a:srgbClr val="5ACBF0"/>
          </p15:clr>
        </p15:guide>
        <p15:guide id="13" orient="horz" pos="245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6073" y="1656000"/>
            <a:ext cx="3144888" cy="1656000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1632362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607" rtl="0" eaLnBrk="1" fontAlgn="auto" latinLnBrk="0" hangingPunct="1">
              <a:lnSpc>
                <a:spcPts val="500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354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4354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6" y="39037560"/>
            <a:ext cx="13122735" cy="2111753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2" y="10459047"/>
            <a:ext cx="26144935" cy="2716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6" r:id="rId4"/>
  </p:sldLayoutIdLst>
  <p:hf sldNum="0" hdr="0" dt="0"/>
  <p:txStyles>
    <p:titleStyle>
      <a:lvl1pPr algn="l" defTabSz="4180607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607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3396743" indent="-1306440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522575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7316062" indent="-1045152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9406366" indent="-1045152" algn="l" defTabSz="4180607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149666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6pPr>
      <a:lvl7pPr marL="13586972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7pPr>
      <a:lvl8pPr marL="15677277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8pPr>
      <a:lvl9pPr marL="17767580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303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60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091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214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151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182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125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2428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3" userDrawn="1">
          <p15:clr>
            <a:srgbClr val="F26B43"/>
          </p15:clr>
        </p15:guide>
        <p15:guide id="2" orient="horz" pos="2087" userDrawn="1">
          <p15:clr>
            <a:srgbClr val="F26B43"/>
          </p15:clr>
        </p15:guide>
        <p15:guide id="3" pos="1044" userDrawn="1">
          <p15:clr>
            <a:srgbClr val="F26B43"/>
          </p15:clr>
        </p15:guide>
        <p15:guide id="4" orient="horz" pos="2877" userDrawn="1">
          <p15:clr>
            <a:srgbClr val="F26B43"/>
          </p15:clr>
        </p15:guide>
        <p15:guide id="5" pos="18052" userDrawn="1">
          <p15:clr>
            <a:srgbClr val="F26B43"/>
          </p15:clr>
        </p15:guide>
        <p15:guide id="6" orient="horz" pos="259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6" descr="20150416 tum logo blau png final.png">
            <a:extLst>
              <a:ext uri="{FF2B5EF4-FFF2-40B4-BE49-F238E27FC236}">
                <a16:creationId xmlns:a16="http://schemas.microsoft.com/office/drawing/2014/main" id="{90D3CF34-B41C-434C-A6E1-96043BE8B4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512713" y="1652319"/>
            <a:ext cx="3148247" cy="1681942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1632362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607" rtl="0" eaLnBrk="1" fontAlgn="auto" latinLnBrk="0" hangingPunct="1">
              <a:lnSpc>
                <a:spcPts val="500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354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4354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1677476" y="39037560"/>
            <a:ext cx="13122735" cy="2111753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1" dirty="0"/>
              <a:t>Technische Universität München</a:t>
            </a:r>
          </a:p>
          <a:p>
            <a:r>
              <a:rPr lang="de-DE" sz="1201" b="0" dirty="0"/>
              <a:t>TUM School </a:t>
            </a:r>
            <a:r>
              <a:rPr lang="de-DE" sz="1201" b="0" dirty="0" err="1"/>
              <a:t>of</a:t>
            </a:r>
            <a:r>
              <a:rPr lang="de-DE" sz="1201" b="0" dirty="0"/>
              <a:t> Mustertechnik</a:t>
            </a:r>
          </a:p>
          <a:p>
            <a:r>
              <a:rPr lang="de-DE" sz="1201" b="0" dirty="0"/>
              <a:t>Lehrstuhl für Musterverfahren</a:t>
            </a:r>
          </a:p>
          <a:p>
            <a:endParaRPr lang="de-DE" sz="1201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362" y="10459047"/>
            <a:ext cx="26144935" cy="2716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7" r:id="rId3"/>
  </p:sldLayoutIdLst>
  <p:hf sldNum="0" hdr="0" dt="0"/>
  <p:txStyles>
    <p:titleStyle>
      <a:lvl1pPr algn="l" defTabSz="4180607" rtl="0" eaLnBrk="1" latinLnBrk="0" hangingPunct="1">
        <a:spcBef>
          <a:spcPct val="0"/>
        </a:spcBef>
        <a:buNone/>
        <a:defRPr lang="de-DE" sz="9409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4180607" rtl="0" eaLnBrk="1" latinLnBrk="0" hangingPunct="1">
        <a:spcBef>
          <a:spcPct val="20000"/>
        </a:spcBef>
        <a:buFont typeface="Arial" pitchFamily="34" charset="0"/>
        <a:buNone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3396743" indent="-1306440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522575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7316062" indent="-1045152" algn="l" defTabSz="4180607" rtl="0" eaLnBrk="1" latinLnBrk="0" hangingPunct="1">
        <a:spcBef>
          <a:spcPct val="20000"/>
        </a:spcBef>
        <a:buFont typeface="Arial" pitchFamily="34" charset="0"/>
        <a:buChar char="–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9406366" indent="-1045152" algn="l" defTabSz="4180607" rtl="0" eaLnBrk="1" latinLnBrk="0" hangingPunct="1">
        <a:spcBef>
          <a:spcPct val="20000"/>
        </a:spcBef>
        <a:buFont typeface="Arial" pitchFamily="34" charset="0"/>
        <a:buChar char="»"/>
        <a:defRPr sz="5405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11496669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6pPr>
      <a:lvl7pPr marL="13586972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7pPr>
      <a:lvl8pPr marL="15677277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8pPr>
      <a:lvl9pPr marL="17767580" indent="-1045152" algn="l" defTabSz="4180607" rtl="0" eaLnBrk="1" latinLnBrk="0" hangingPunct="1">
        <a:spcBef>
          <a:spcPct val="20000"/>
        </a:spcBef>
        <a:buFont typeface="Arial" pitchFamily="34" charset="0"/>
        <a:buChar char="•"/>
        <a:defRPr sz="9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1pPr>
      <a:lvl2pPr marL="2090303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2pPr>
      <a:lvl3pPr marL="418060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3pPr>
      <a:lvl4pPr marL="627091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4pPr>
      <a:lvl5pPr marL="8361214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5pPr>
      <a:lvl6pPr marL="10451517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6pPr>
      <a:lvl7pPr marL="12541821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7pPr>
      <a:lvl8pPr marL="14632125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8pPr>
      <a:lvl9pPr marL="16722428" algn="l" defTabSz="4180607" rtl="0" eaLnBrk="1" latinLnBrk="0" hangingPunct="1">
        <a:defRPr sz="82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3">
          <p15:clr>
            <a:srgbClr val="F26B43"/>
          </p15:clr>
        </p15:guide>
        <p15:guide id="2" orient="horz" pos="2087">
          <p15:clr>
            <a:srgbClr val="F26B43"/>
          </p15:clr>
        </p15:guide>
        <p15:guide id="3" pos="1044">
          <p15:clr>
            <a:srgbClr val="F26B43"/>
          </p15:clr>
        </p15:guide>
        <p15:guide id="4" orient="horz" pos="2877">
          <p15:clr>
            <a:srgbClr val="F26B43"/>
          </p15:clr>
        </p15:guide>
        <p15:guide id="5" pos="18052">
          <p15:clr>
            <a:srgbClr val="F26B43"/>
          </p15:clr>
        </p15:guide>
        <p15:guide id="6" orient="horz" pos="25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AAAB933-5007-430E-A636-60A983B16F5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D1EF81-B812-4E9E-9C63-8C6B8ADD794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ABCB06C-6EFB-43AB-8E50-F0D9EF4A7E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D810D3D-B1F3-468F-86E1-83A623E27D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53C45FC-F305-4F69-9E58-494C0CF113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F1854DF-8E3F-430A-813C-37F03E51C68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72A2D5C-0550-44BF-A145-14EFD70744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A7C38D8-094F-4262-BDBB-62420C0AAA2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AE489EE-77AF-409C-989D-5CCAC9AFAC5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CE7C0CF-54C9-4714-82E2-0EC0D4DD538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930D0274-A81F-4638-BC84-489B554ABC8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F3B508D-EB5F-48C7-BABA-FF852B3DB2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CE084D-E60E-41AD-B0D3-BA79887133B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2C6786FD-F252-44E1-946F-302B455507F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D42DD0B7-7F89-4472-BE8B-3DF7C77A809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5F4897-FADD-4F6C-A23F-3B1E4228C17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85AE98C-54CE-43EA-A83A-8C9CAF60BA9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9DA7A690-1DF4-4D67-B8CC-43627A6422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D3951618-83C3-4F31-A45C-99A08E23C2E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25213B54-92A8-43D4-8927-FFEEFA4E1BD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5734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BAEBEFB-AA7E-4697-936D-6B8B7A0C6BA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93D962-C634-4949-9527-D5ACBEEDDAD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BECC1BE-5087-4F17-806D-E95BBC87B34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303ABA-52A3-4956-A24F-8A7BE0F297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8593141-090C-43F7-A695-48E0B96C5F7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5412E8E-56DE-4238-8FF5-F65E4DEE4D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3C8A5E6-9903-4D1B-81D3-29382CC911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94C15FD-EC07-4194-844C-E3914918CA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880A71A-4EB5-46A1-AD19-2CDE1F0849C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73B6CBE-DC69-476B-980D-FE6E5898803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3C11B34-ACBC-45F5-A471-C08ADA3D82E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E39622A-8AAA-4214-B818-A2250C0C490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4DC299A0-A8CC-4DBF-96F2-0D4E7E9E6E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A509101-3524-44B2-BB37-370AA3282CD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9122B26-3743-4167-B268-FFF9EC0BE53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F9420EBD-28F9-450A-984D-ECD2C61B3FF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9CE5172-239D-41E3-BD6F-29755FB806B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5FDA728-F149-4149-8252-80294CAC10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F85BD72-1713-43B2-8FBE-0553DB8AF16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71D8EDC7-32CB-4120-8293-A03B7D6D28A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89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4F142DD4-9374-4D47-BF64-B5AD5AC2BD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5ADD94D-1654-4695-9B54-862E36886BD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94DB5ABC-C02A-463B-BB13-B95D4574F4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9F97295F-F7E3-46CB-BF8E-7BE57275E78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86DB7C98-6826-4A3E-8DBE-ADADF20683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66FFE04F-CD31-44FC-9725-01544B2B1C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113787DF-B222-4763-BBF9-2BDE1098703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9EAD75CB-8E13-49FB-A766-F1B4C4E059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ABE0B73-FA3C-449F-A8D1-39160372C30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B202325A-D4B3-46BD-A897-9F6B970371A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1EEB53B-91F8-4CF2-AE4A-E1E6B954247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A1D92B96-1F93-40B9-8844-890C4B7D9A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2332CAA3-2CEE-4E0D-AFDD-44FCF57CC39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0770B32A-304C-4872-8716-44BA9ABB819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40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00289F43-194C-422A-BD0F-D6D5B908BBA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A304D873-2034-4516-AD82-5C2070955E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5B09A59-28B5-4CE2-B32A-B09182012F7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B05FC6D1-FC96-4D9C-8E2B-6491871D14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5245EEB6-3C27-49E9-A619-BD395DE94DF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CB1E534-4B9C-40A4-85A0-16E2B79FC9E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F0E774A-6D38-47FC-B341-FE6BF4008E3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027BB68F-7F0F-405D-BC59-02C55C4C2FE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4871490-51FF-46D6-9271-596E180D411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F2C0136-2A68-4084-9148-E4098148DB6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CD65FD55-5F0C-452C-82E3-89B9F7C8868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17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04B1EAE-ADC6-4AF1-839A-6DDAE406A89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FB7FBD4D-B142-4728-A40F-0A42D337848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99AF84B-20A0-427D-8D5A-2310ED4E540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2403AF9-DA85-49C3-BB18-22540947A4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671CCDE-9B15-4FAD-81E9-5B0F5621C8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22B4BE7E-F58B-4DD6-8188-73742E8B5C8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F726780-E787-42A5-99AF-FCBF66DA807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419867B-DB4E-4512-ABE2-E74D2B64CBC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7AF8E7E-96A9-4290-B6BA-D62F6912119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A3026D7-F850-43E7-AE76-92ABA04892D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29A8E870-4BD3-434B-8DB5-D6F364C77F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BECA7616-6790-4DEA-8A8A-010797E2AAA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3ED29034-1F2C-40EC-8EA2-3E78E2F4F30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6F72D54-683D-4AD4-ABCC-E6670FC93E1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008AD9EE-E0A2-4CDF-91BA-8332FFFC6CC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9A2812A3-A623-4E5A-9F4E-4AC70A7EDF1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E97074CD-5049-4F39-9321-5654C51A7C1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B492ACD3-3631-424F-9310-C0F5F97D449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786A506C-E772-40F2-B0A6-20643FDA0DF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E662955-FB62-4C34-BEFF-89DEA578A7F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77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CAB6149B-6BFF-4210-80B1-6ABAC15993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C0FA9D-E868-4EEA-A186-0390A32F594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9EA86A-D471-4C0F-BF1E-4649723229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C3981C-A6D8-408D-8271-61A19CFDD98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554C6BD-2B41-46CF-BEE2-E993D40B953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0197E6B-EFEC-45EF-B0DE-11254123865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44A167F-FB11-4304-9F13-FCA00E6DE4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6538787-DCE1-4869-B6FC-888D6640ADA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E6BA623-F20E-4D23-8BED-F6018DB89A4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ED37FD4-BBAA-48DD-868C-65B3E80678D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F22798CE-7E25-4547-96E1-5A0998EC7AC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EAF464A-94EB-411C-B099-00E2DC0EA19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E784DB1-AA69-493D-BE5D-FA7595DDFF6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3786E146-2DF0-401A-B930-3303593DD9F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351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529C1AE6-BFD6-4EA4-BC1C-2901F91459C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0C1DA64-A08C-4E8D-A558-6BF1779D08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B7FA5E5-9585-4E86-BAFA-71840423A7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E6B8840-354A-474D-A750-A4ABE6B4FC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38A57E7-3B87-459A-8C1E-F0F6C2FCA9C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D1073177-D77A-4AB3-AE68-33E1041D41E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A8900C15-421B-4C1A-9468-D8254E8718E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832E2CE6-3E20-4B2E-A3E6-41A0B7C7EFE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8B2883D9-D948-4145-B613-C9DFE338007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ED6D9060-E226-46CA-BB03-03CF6378811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8215C88C-D7D3-47DF-99CA-81E3135946A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701140"/>
      </p:ext>
    </p:extLst>
  </p:cSld>
  <p:clrMapOvr>
    <a:masterClrMapping/>
  </p:clrMapOvr>
</p:sld>
</file>

<file path=ppt/theme/theme1.xml><?xml version="1.0" encoding="utf-8"?>
<a:theme xmlns:a="http://schemas.openxmlformats.org/drawingml/2006/main" name="weiß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0C1674DA-FB2D-4655-9F0E-5E42CF337C25}" vid="{4861F2EC-CEA6-479F-B3AA-9259CEC42CC7}"/>
    </a:ext>
  </a:extLst>
</a:theme>
</file>

<file path=ppt/theme/theme2.xml><?xml version="1.0" encoding="utf-8"?>
<a:theme xmlns:a="http://schemas.openxmlformats.org/drawingml/2006/main" name="blau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0C1674DA-FB2D-4655-9F0E-5E42CF337C25}" vid="{656D6728-6DD4-43AD-BD11-6B3ECA8AEE8C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2111_Wissenschaftliches_Plakat_DIN-A0_Hoch_Strukturiert</Template>
  <TotalTime>0</TotalTime>
  <Words>0</Words>
  <Application>Microsoft Office PowerPoint</Application>
  <PresentationFormat>Benutzerdefiniert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weißer Hintergrund</vt:lpstr>
      <vt:lpstr>blauer Hintergrund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Halilaj Dennis</dc:creator>
  <dc:description>Rechteinhaber: Technische Universität München, https://www.tum.de_x000d_
Gestaltung: ediundsepp Gestaltungsgesellschaft, München, http://www.ediundsepp.de_x000d_
Technische Umsetzung: eWorks GmbH, Frankfurt am Main, http://www.eworks.de</dc:description>
  <cp:lastModifiedBy>Halilaj Dennis</cp:lastModifiedBy>
  <cp:revision>1</cp:revision>
  <dcterms:created xsi:type="dcterms:W3CDTF">2026-06-28T14:33:31Z</dcterms:created>
  <dcterms:modified xsi:type="dcterms:W3CDTF">2026-06-28T14:34:27Z</dcterms:modified>
</cp:coreProperties>
</file>